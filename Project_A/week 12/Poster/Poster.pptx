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693400" cy="15125700"/>
  <p:notesSz cx="10693400" cy="15125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4688967"/>
            <a:ext cx="9089390" cy="317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8470392"/>
            <a:ext cx="7485380" cy="3781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C1E2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C1E2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3478911"/>
            <a:ext cx="4651629" cy="9982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3478911"/>
            <a:ext cx="4651629" cy="9982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C1E2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1628" y="387072"/>
            <a:ext cx="7310142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C1E2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3478911"/>
            <a:ext cx="9624060" cy="9982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14066901"/>
            <a:ext cx="3421888" cy="75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14066901"/>
            <a:ext cx="2459482" cy="75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14066901"/>
            <a:ext cx="2459482" cy="75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pc="865"/>
              <a:t>REAL</a:t>
            </a:r>
            <a:r>
              <a:rPr dirty="0" spc="-640"/>
              <a:t> </a:t>
            </a:r>
            <a:r>
              <a:rPr dirty="0" spc="944"/>
              <a:t>E</a:t>
            </a:r>
            <a:r>
              <a:rPr dirty="0" spc="890"/>
              <a:t>S</a:t>
            </a:r>
            <a:r>
              <a:rPr dirty="0" spc="229"/>
              <a:t>T</a:t>
            </a:r>
            <a:r>
              <a:rPr dirty="0" spc="415"/>
              <a:t>A</a:t>
            </a:r>
            <a:r>
              <a:rPr dirty="0" spc="860"/>
              <a:t>TE</a:t>
            </a:r>
            <a:r>
              <a:rPr dirty="0" spc="-675"/>
              <a:t> </a:t>
            </a:r>
            <a:r>
              <a:rPr dirty="0" spc="919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9611" y="1356704"/>
            <a:ext cx="2991485" cy="181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54150">
              <a:lnSpc>
                <a:spcPct val="100000"/>
              </a:lnSpc>
              <a:spcBef>
                <a:spcPts val="100"/>
              </a:spcBef>
            </a:pPr>
            <a:r>
              <a:rPr dirty="0" sz="1800" spc="320" b="1">
                <a:solidFill>
                  <a:srgbClr val="2C7B8D"/>
                </a:solidFill>
                <a:latin typeface="Verdana"/>
                <a:cs typeface="Verdana"/>
              </a:rPr>
              <a:t>PROBLEM</a:t>
            </a:r>
            <a:endParaRPr sz="1800">
              <a:latin typeface="Verdana"/>
              <a:cs typeface="Verdana"/>
            </a:endParaRPr>
          </a:p>
          <a:p>
            <a:pPr algn="r" marL="153670" marR="6985" indent="53340">
              <a:lnSpc>
                <a:spcPct val="100000"/>
              </a:lnSpc>
              <a:spcBef>
                <a:spcPts val="1245"/>
              </a:spcBef>
            </a:pP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eal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mar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k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in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Banglad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sh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30">
                <a:solidFill>
                  <a:srgbClr val="0C1E23"/>
                </a:solidFill>
                <a:latin typeface="Tahoma"/>
                <a:cs typeface="Tahoma"/>
              </a:rPr>
              <a:t>ac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50">
                <a:solidFill>
                  <a:srgbClr val="0C1E23"/>
                </a:solidFill>
                <a:latin typeface="Tahoma"/>
                <a:cs typeface="Tahoma"/>
              </a:rPr>
              <a:t>s 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in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ficienci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due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lack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ce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6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ali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z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ed 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platform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with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real-time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features,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such 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as 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</a:t>
            </a:r>
            <a:r>
              <a:rPr dirty="0" sz="1200" spc="-6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ma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8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erification</a:t>
            </a:r>
            <a:endParaRPr sz="1200">
              <a:latin typeface="Tahoma"/>
              <a:cs typeface="Tahoma"/>
            </a:endParaRPr>
          </a:p>
          <a:p>
            <a:pPr algn="r" marL="319405" marR="5080" indent="-307340">
              <a:lnSpc>
                <a:spcPct val="100000"/>
              </a:lnSpc>
              <a:spcBef>
                <a:spcPts val="565"/>
              </a:spcBef>
            </a:pP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Current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platforms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like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“Tolet”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“BD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Housing” </a:t>
            </a:r>
            <a:r>
              <a:rPr dirty="0" sz="1200" spc="-3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lack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crucial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fun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tionali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making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y 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6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ansa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tions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challenging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un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eliabl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3300" y="2612204"/>
            <a:ext cx="3170555" cy="192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2C7B8D"/>
                </a:solidFill>
                <a:latin typeface="Verdana"/>
                <a:cs typeface="Verdana"/>
              </a:rPr>
              <a:t>SOLUTION</a:t>
            </a:r>
            <a:endParaRPr sz="1800">
              <a:latin typeface="Verdana"/>
              <a:cs typeface="Verdana"/>
            </a:endParaRPr>
          </a:p>
          <a:p>
            <a:pPr marL="12700" marR="176530">
              <a:lnSpc>
                <a:spcPct val="100000"/>
              </a:lnSpc>
              <a:spcBef>
                <a:spcPts val="1245"/>
              </a:spcBef>
            </a:pP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solution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ol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d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eloping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mobile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 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eb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plat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orm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using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 spc="70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scalabili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MySQL 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for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managing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listings,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Kotlin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for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Android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d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elopme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.</a:t>
            </a:r>
            <a:r>
              <a:rPr dirty="0" sz="1200" spc="-19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plat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orm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eg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eal- 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time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features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such 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as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map-based 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searches 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secu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8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erification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using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M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3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5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1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5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.</a:t>
            </a:r>
            <a:r>
              <a:rPr dirty="0" sz="1200" spc="-19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he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chi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tu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is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d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signed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ensu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 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scalabili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securi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high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pe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ormanc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4594" y="1409294"/>
            <a:ext cx="1297940" cy="2059939"/>
            <a:chOff x="334594" y="1409294"/>
            <a:chExt cx="1297940" cy="205993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299" y="1461506"/>
              <a:ext cx="1271988" cy="19944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294" y="1421994"/>
              <a:ext cx="1272540" cy="2034539"/>
            </a:xfrm>
            <a:custGeom>
              <a:avLst/>
              <a:gdLst/>
              <a:ahLst/>
              <a:cxnLst/>
              <a:rect l="l" t="t" r="r" b="b"/>
              <a:pathLst>
                <a:path w="1272540" h="2034539">
                  <a:moveTo>
                    <a:pt x="0" y="2033993"/>
                  </a:moveTo>
                  <a:lnTo>
                    <a:pt x="1271993" y="2033993"/>
                  </a:lnTo>
                  <a:lnTo>
                    <a:pt x="1271993" y="0"/>
                  </a:lnTo>
                  <a:lnTo>
                    <a:pt x="0" y="0"/>
                  </a:lnTo>
                  <a:lnTo>
                    <a:pt x="0" y="2033993"/>
                  </a:lnTo>
                  <a:close/>
                </a:path>
              </a:pathLst>
            </a:custGeom>
            <a:ln w="25400">
              <a:solidFill>
                <a:srgbClr val="2C7B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075994" y="1421989"/>
            <a:ext cx="540385" cy="8006080"/>
            <a:chOff x="5075994" y="1421989"/>
            <a:chExt cx="540385" cy="80060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5994" y="1421989"/>
              <a:ext cx="180009" cy="1799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5994" y="2677489"/>
              <a:ext cx="180009" cy="1799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5994" y="4094988"/>
              <a:ext cx="180009" cy="17999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5994" y="5692488"/>
              <a:ext cx="180009" cy="1799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5995" y="7469988"/>
              <a:ext cx="180009" cy="1799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5994" y="9247489"/>
              <a:ext cx="180009" cy="17999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59891" y="1511985"/>
              <a:ext cx="366395" cy="7825740"/>
            </a:xfrm>
            <a:custGeom>
              <a:avLst/>
              <a:gdLst/>
              <a:ahLst/>
              <a:cxnLst/>
              <a:rect l="l" t="t" r="r" b="b"/>
              <a:pathLst>
                <a:path w="366395" h="7825740">
                  <a:moveTo>
                    <a:pt x="6108" y="0"/>
                  </a:moveTo>
                  <a:lnTo>
                    <a:pt x="366102" y="1255496"/>
                  </a:lnTo>
                  <a:lnTo>
                    <a:pt x="0" y="2673007"/>
                  </a:lnTo>
                  <a:lnTo>
                    <a:pt x="366102" y="4270502"/>
                  </a:lnTo>
                  <a:lnTo>
                    <a:pt x="183083" y="6048006"/>
                  </a:lnTo>
                  <a:lnTo>
                    <a:pt x="366102" y="7825498"/>
                  </a:lnTo>
                </a:path>
              </a:pathLst>
            </a:custGeom>
            <a:ln w="25400">
              <a:solidFill>
                <a:srgbClr val="BFBA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720711" y="4029705"/>
            <a:ext cx="3190875" cy="232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4710">
              <a:lnSpc>
                <a:spcPct val="100000"/>
              </a:lnSpc>
              <a:spcBef>
                <a:spcPts val="100"/>
              </a:spcBef>
            </a:pPr>
            <a:r>
              <a:rPr dirty="0" sz="1800" spc="320" b="1">
                <a:solidFill>
                  <a:srgbClr val="2C7B8D"/>
                </a:solidFill>
                <a:latin typeface="Verdana"/>
                <a:cs typeface="Verdana"/>
              </a:rPr>
              <a:t>PLANS</a:t>
            </a:r>
            <a:endParaRPr sz="1800">
              <a:latin typeface="Verdana"/>
              <a:cs typeface="Verdana"/>
            </a:endParaRPr>
          </a:p>
          <a:p>
            <a:pPr algn="r" marR="6985">
              <a:lnSpc>
                <a:spcPct val="100000"/>
              </a:lnSpc>
              <a:spcBef>
                <a:spcPts val="1245"/>
              </a:spcBef>
            </a:pP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file</a:t>
            </a:r>
            <a:r>
              <a:rPr dirty="0" sz="1200" spc="-14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 b="1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eation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Enable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ssionals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build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d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ailed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fil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  <a:spcBef>
                <a:spcPts val="565"/>
              </a:spcBef>
            </a:pP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-2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Li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55" b="1">
                <a:solidFill>
                  <a:srgbClr val="0C1E23"/>
                </a:solidFill>
                <a:latin typeface="Tahoma"/>
                <a:cs typeface="Tahoma"/>
              </a:rPr>
              <a:t>tings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0C1E23"/>
                </a:solidFill>
                <a:latin typeface="Tahoma"/>
                <a:cs typeface="Tahoma"/>
              </a:rPr>
              <a:t>&amp;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Qu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ting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Allow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users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to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post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properties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receive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quotes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  <a:spcBef>
                <a:spcPts val="570"/>
              </a:spcBef>
            </a:pPr>
            <a:r>
              <a:rPr dirty="0" sz="1200" spc="-55" b="1">
                <a:solidFill>
                  <a:srgbClr val="0C1E23"/>
                </a:solidFill>
                <a:latin typeface="Tahoma"/>
                <a:cs typeface="Tahoma"/>
              </a:rPr>
              <a:t>Enhanced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Featu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25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Incorpo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eal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-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time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ma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-based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fil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ering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tions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  <a:spcBef>
                <a:spcPts val="565"/>
              </a:spcBef>
            </a:pP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ccou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4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25" b="1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erification</a:t>
            </a:r>
            <a:endParaRPr sz="1200">
              <a:latin typeface="Tahoma"/>
              <a:cs typeface="Tahoma"/>
            </a:endParaRPr>
          </a:p>
          <a:p>
            <a:pPr marL="419100">
              <a:lnSpc>
                <a:spcPct val="100000"/>
              </a:lnSpc>
            </a:pPr>
            <a:r>
              <a:rPr dirty="0" sz="1200" spc="70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ecu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em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with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M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3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1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CHA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9243" y="3914220"/>
            <a:ext cx="871855" cy="871855"/>
            <a:chOff x="539243" y="3914220"/>
            <a:chExt cx="871855" cy="87185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94" y="4079927"/>
              <a:ext cx="539999" cy="5399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1943" y="3926920"/>
              <a:ext cx="846455" cy="846455"/>
            </a:xfrm>
            <a:custGeom>
              <a:avLst/>
              <a:gdLst/>
              <a:ahLst/>
              <a:cxnLst/>
              <a:rect l="l" t="t" r="r" b="b"/>
              <a:pathLst>
                <a:path w="846455" h="846454">
                  <a:moveTo>
                    <a:pt x="422998" y="846010"/>
                  </a:moveTo>
                  <a:lnTo>
                    <a:pt x="472329" y="843164"/>
                  </a:lnTo>
                  <a:lnTo>
                    <a:pt x="519988" y="834838"/>
                  </a:lnTo>
                  <a:lnTo>
                    <a:pt x="565659" y="821350"/>
                  </a:lnTo>
                  <a:lnTo>
                    <a:pt x="609023" y="803016"/>
                  </a:lnTo>
                  <a:lnTo>
                    <a:pt x="649763" y="780154"/>
                  </a:lnTo>
                  <a:lnTo>
                    <a:pt x="687563" y="753082"/>
                  </a:lnTo>
                  <a:lnTo>
                    <a:pt x="722104" y="722117"/>
                  </a:lnTo>
                  <a:lnTo>
                    <a:pt x="753069" y="687576"/>
                  </a:lnTo>
                  <a:lnTo>
                    <a:pt x="780142" y="649776"/>
                  </a:lnTo>
                  <a:lnTo>
                    <a:pt x="803003" y="609036"/>
                  </a:lnTo>
                  <a:lnTo>
                    <a:pt x="821337" y="565671"/>
                  </a:lnTo>
                  <a:lnTo>
                    <a:pt x="834826" y="520001"/>
                  </a:lnTo>
                  <a:lnTo>
                    <a:pt x="843151" y="472342"/>
                  </a:lnTo>
                  <a:lnTo>
                    <a:pt x="845997" y="423011"/>
                  </a:lnTo>
                  <a:lnTo>
                    <a:pt x="843151" y="373678"/>
                  </a:lnTo>
                  <a:lnTo>
                    <a:pt x="834826" y="326016"/>
                  </a:lnTo>
                  <a:lnTo>
                    <a:pt x="821337" y="280344"/>
                  </a:lnTo>
                  <a:lnTo>
                    <a:pt x="803003" y="236979"/>
                  </a:lnTo>
                  <a:lnTo>
                    <a:pt x="780142" y="196237"/>
                  </a:lnTo>
                  <a:lnTo>
                    <a:pt x="753069" y="158436"/>
                  </a:lnTo>
                  <a:lnTo>
                    <a:pt x="722104" y="123894"/>
                  </a:lnTo>
                  <a:lnTo>
                    <a:pt x="687563" y="92928"/>
                  </a:lnTo>
                  <a:lnTo>
                    <a:pt x="649763" y="65856"/>
                  </a:lnTo>
                  <a:lnTo>
                    <a:pt x="609023" y="42994"/>
                  </a:lnTo>
                  <a:lnTo>
                    <a:pt x="565659" y="24660"/>
                  </a:lnTo>
                  <a:lnTo>
                    <a:pt x="519988" y="11171"/>
                  </a:lnTo>
                  <a:lnTo>
                    <a:pt x="472329" y="2845"/>
                  </a:lnTo>
                  <a:lnTo>
                    <a:pt x="422998" y="0"/>
                  </a:lnTo>
                  <a:lnTo>
                    <a:pt x="373668" y="2845"/>
                  </a:lnTo>
                  <a:lnTo>
                    <a:pt x="326008" y="11171"/>
                  </a:lnTo>
                  <a:lnTo>
                    <a:pt x="280338" y="24660"/>
                  </a:lnTo>
                  <a:lnTo>
                    <a:pt x="236974" y="42994"/>
                  </a:lnTo>
                  <a:lnTo>
                    <a:pt x="196233" y="65856"/>
                  </a:lnTo>
                  <a:lnTo>
                    <a:pt x="158434" y="92928"/>
                  </a:lnTo>
                  <a:lnTo>
                    <a:pt x="123893" y="123894"/>
                  </a:lnTo>
                  <a:lnTo>
                    <a:pt x="92927" y="158436"/>
                  </a:lnTo>
                  <a:lnTo>
                    <a:pt x="65855" y="196237"/>
                  </a:lnTo>
                  <a:lnTo>
                    <a:pt x="42993" y="236979"/>
                  </a:lnTo>
                  <a:lnTo>
                    <a:pt x="24660" y="280344"/>
                  </a:lnTo>
                  <a:lnTo>
                    <a:pt x="11171" y="326016"/>
                  </a:lnTo>
                  <a:lnTo>
                    <a:pt x="2845" y="373678"/>
                  </a:lnTo>
                  <a:lnTo>
                    <a:pt x="0" y="423011"/>
                  </a:lnTo>
                  <a:lnTo>
                    <a:pt x="2845" y="472342"/>
                  </a:lnTo>
                  <a:lnTo>
                    <a:pt x="11171" y="520001"/>
                  </a:lnTo>
                  <a:lnTo>
                    <a:pt x="24660" y="565671"/>
                  </a:lnTo>
                  <a:lnTo>
                    <a:pt x="42993" y="609036"/>
                  </a:lnTo>
                  <a:lnTo>
                    <a:pt x="65855" y="649776"/>
                  </a:lnTo>
                  <a:lnTo>
                    <a:pt x="92927" y="687576"/>
                  </a:lnTo>
                  <a:lnTo>
                    <a:pt x="123893" y="722117"/>
                  </a:lnTo>
                  <a:lnTo>
                    <a:pt x="158434" y="753082"/>
                  </a:lnTo>
                  <a:lnTo>
                    <a:pt x="196233" y="780154"/>
                  </a:lnTo>
                  <a:lnTo>
                    <a:pt x="236974" y="803016"/>
                  </a:lnTo>
                  <a:lnTo>
                    <a:pt x="280338" y="821350"/>
                  </a:lnTo>
                  <a:lnTo>
                    <a:pt x="326008" y="834838"/>
                  </a:lnTo>
                  <a:lnTo>
                    <a:pt x="373668" y="843164"/>
                  </a:lnTo>
                  <a:lnTo>
                    <a:pt x="422998" y="846010"/>
                  </a:lnTo>
                  <a:close/>
                </a:path>
              </a:pathLst>
            </a:custGeom>
            <a:ln w="25400">
              <a:solidFill>
                <a:srgbClr val="2C7B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39243" y="4865978"/>
            <a:ext cx="871855" cy="871855"/>
            <a:chOff x="539243" y="4865978"/>
            <a:chExt cx="871855" cy="87185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709" y="5040786"/>
              <a:ext cx="527865" cy="5248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1943" y="4878678"/>
              <a:ext cx="846455" cy="846455"/>
            </a:xfrm>
            <a:custGeom>
              <a:avLst/>
              <a:gdLst/>
              <a:ahLst/>
              <a:cxnLst/>
              <a:rect l="l" t="t" r="r" b="b"/>
              <a:pathLst>
                <a:path w="846455" h="846454">
                  <a:moveTo>
                    <a:pt x="422998" y="846010"/>
                  </a:moveTo>
                  <a:lnTo>
                    <a:pt x="472329" y="843164"/>
                  </a:lnTo>
                  <a:lnTo>
                    <a:pt x="519988" y="834838"/>
                  </a:lnTo>
                  <a:lnTo>
                    <a:pt x="565659" y="821350"/>
                  </a:lnTo>
                  <a:lnTo>
                    <a:pt x="609023" y="803016"/>
                  </a:lnTo>
                  <a:lnTo>
                    <a:pt x="649763" y="780154"/>
                  </a:lnTo>
                  <a:lnTo>
                    <a:pt x="687563" y="753082"/>
                  </a:lnTo>
                  <a:lnTo>
                    <a:pt x="722104" y="722117"/>
                  </a:lnTo>
                  <a:lnTo>
                    <a:pt x="753069" y="687576"/>
                  </a:lnTo>
                  <a:lnTo>
                    <a:pt x="780142" y="649776"/>
                  </a:lnTo>
                  <a:lnTo>
                    <a:pt x="803003" y="609036"/>
                  </a:lnTo>
                  <a:lnTo>
                    <a:pt x="821337" y="565671"/>
                  </a:lnTo>
                  <a:lnTo>
                    <a:pt x="834826" y="520001"/>
                  </a:lnTo>
                  <a:lnTo>
                    <a:pt x="843151" y="472342"/>
                  </a:lnTo>
                  <a:lnTo>
                    <a:pt x="845997" y="423011"/>
                  </a:lnTo>
                  <a:lnTo>
                    <a:pt x="843151" y="373678"/>
                  </a:lnTo>
                  <a:lnTo>
                    <a:pt x="834826" y="326016"/>
                  </a:lnTo>
                  <a:lnTo>
                    <a:pt x="821337" y="280344"/>
                  </a:lnTo>
                  <a:lnTo>
                    <a:pt x="803003" y="236979"/>
                  </a:lnTo>
                  <a:lnTo>
                    <a:pt x="780142" y="196237"/>
                  </a:lnTo>
                  <a:lnTo>
                    <a:pt x="753069" y="158436"/>
                  </a:lnTo>
                  <a:lnTo>
                    <a:pt x="722104" y="123894"/>
                  </a:lnTo>
                  <a:lnTo>
                    <a:pt x="687563" y="92928"/>
                  </a:lnTo>
                  <a:lnTo>
                    <a:pt x="649763" y="65856"/>
                  </a:lnTo>
                  <a:lnTo>
                    <a:pt x="609023" y="42994"/>
                  </a:lnTo>
                  <a:lnTo>
                    <a:pt x="565659" y="24660"/>
                  </a:lnTo>
                  <a:lnTo>
                    <a:pt x="519988" y="11171"/>
                  </a:lnTo>
                  <a:lnTo>
                    <a:pt x="472329" y="2845"/>
                  </a:lnTo>
                  <a:lnTo>
                    <a:pt x="422998" y="0"/>
                  </a:lnTo>
                  <a:lnTo>
                    <a:pt x="373668" y="2845"/>
                  </a:lnTo>
                  <a:lnTo>
                    <a:pt x="326008" y="11171"/>
                  </a:lnTo>
                  <a:lnTo>
                    <a:pt x="280338" y="24660"/>
                  </a:lnTo>
                  <a:lnTo>
                    <a:pt x="236974" y="42994"/>
                  </a:lnTo>
                  <a:lnTo>
                    <a:pt x="196233" y="65856"/>
                  </a:lnTo>
                  <a:lnTo>
                    <a:pt x="158434" y="92928"/>
                  </a:lnTo>
                  <a:lnTo>
                    <a:pt x="123893" y="123894"/>
                  </a:lnTo>
                  <a:lnTo>
                    <a:pt x="92927" y="158436"/>
                  </a:lnTo>
                  <a:lnTo>
                    <a:pt x="65855" y="196237"/>
                  </a:lnTo>
                  <a:lnTo>
                    <a:pt x="42993" y="236979"/>
                  </a:lnTo>
                  <a:lnTo>
                    <a:pt x="24660" y="280344"/>
                  </a:lnTo>
                  <a:lnTo>
                    <a:pt x="11171" y="326016"/>
                  </a:lnTo>
                  <a:lnTo>
                    <a:pt x="2845" y="373678"/>
                  </a:lnTo>
                  <a:lnTo>
                    <a:pt x="0" y="423011"/>
                  </a:lnTo>
                  <a:lnTo>
                    <a:pt x="2845" y="472342"/>
                  </a:lnTo>
                  <a:lnTo>
                    <a:pt x="11171" y="520001"/>
                  </a:lnTo>
                  <a:lnTo>
                    <a:pt x="24660" y="565671"/>
                  </a:lnTo>
                  <a:lnTo>
                    <a:pt x="42993" y="609036"/>
                  </a:lnTo>
                  <a:lnTo>
                    <a:pt x="65855" y="649776"/>
                  </a:lnTo>
                  <a:lnTo>
                    <a:pt x="92927" y="687576"/>
                  </a:lnTo>
                  <a:lnTo>
                    <a:pt x="123893" y="722117"/>
                  </a:lnTo>
                  <a:lnTo>
                    <a:pt x="158434" y="753082"/>
                  </a:lnTo>
                  <a:lnTo>
                    <a:pt x="196233" y="780154"/>
                  </a:lnTo>
                  <a:lnTo>
                    <a:pt x="236974" y="803016"/>
                  </a:lnTo>
                  <a:lnTo>
                    <a:pt x="280338" y="821350"/>
                  </a:lnTo>
                  <a:lnTo>
                    <a:pt x="326008" y="834838"/>
                  </a:lnTo>
                  <a:lnTo>
                    <a:pt x="373668" y="843164"/>
                  </a:lnTo>
                  <a:lnTo>
                    <a:pt x="422998" y="846010"/>
                  </a:lnTo>
                  <a:close/>
                </a:path>
              </a:pathLst>
            </a:custGeom>
            <a:ln w="25400">
              <a:solidFill>
                <a:srgbClr val="2C7B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539243" y="5817737"/>
            <a:ext cx="871855" cy="871855"/>
            <a:chOff x="539243" y="5817737"/>
            <a:chExt cx="871855" cy="87185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941" y="5994620"/>
              <a:ext cx="539999" cy="5399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1943" y="5830437"/>
              <a:ext cx="846455" cy="846455"/>
            </a:xfrm>
            <a:custGeom>
              <a:avLst/>
              <a:gdLst/>
              <a:ahLst/>
              <a:cxnLst/>
              <a:rect l="l" t="t" r="r" b="b"/>
              <a:pathLst>
                <a:path w="846455" h="846454">
                  <a:moveTo>
                    <a:pt x="422998" y="846010"/>
                  </a:moveTo>
                  <a:lnTo>
                    <a:pt x="472329" y="843164"/>
                  </a:lnTo>
                  <a:lnTo>
                    <a:pt x="519988" y="834838"/>
                  </a:lnTo>
                  <a:lnTo>
                    <a:pt x="565659" y="821350"/>
                  </a:lnTo>
                  <a:lnTo>
                    <a:pt x="609023" y="803016"/>
                  </a:lnTo>
                  <a:lnTo>
                    <a:pt x="649763" y="780154"/>
                  </a:lnTo>
                  <a:lnTo>
                    <a:pt x="687563" y="753082"/>
                  </a:lnTo>
                  <a:lnTo>
                    <a:pt x="722104" y="722117"/>
                  </a:lnTo>
                  <a:lnTo>
                    <a:pt x="753069" y="687576"/>
                  </a:lnTo>
                  <a:lnTo>
                    <a:pt x="780142" y="649776"/>
                  </a:lnTo>
                  <a:lnTo>
                    <a:pt x="803003" y="609036"/>
                  </a:lnTo>
                  <a:lnTo>
                    <a:pt x="821337" y="565671"/>
                  </a:lnTo>
                  <a:lnTo>
                    <a:pt x="834826" y="520001"/>
                  </a:lnTo>
                  <a:lnTo>
                    <a:pt x="843151" y="472342"/>
                  </a:lnTo>
                  <a:lnTo>
                    <a:pt x="845997" y="423011"/>
                  </a:lnTo>
                  <a:lnTo>
                    <a:pt x="843151" y="373678"/>
                  </a:lnTo>
                  <a:lnTo>
                    <a:pt x="834826" y="326016"/>
                  </a:lnTo>
                  <a:lnTo>
                    <a:pt x="821337" y="280344"/>
                  </a:lnTo>
                  <a:lnTo>
                    <a:pt x="803003" y="236979"/>
                  </a:lnTo>
                  <a:lnTo>
                    <a:pt x="780142" y="196237"/>
                  </a:lnTo>
                  <a:lnTo>
                    <a:pt x="753069" y="158436"/>
                  </a:lnTo>
                  <a:lnTo>
                    <a:pt x="722104" y="123894"/>
                  </a:lnTo>
                  <a:lnTo>
                    <a:pt x="687563" y="92928"/>
                  </a:lnTo>
                  <a:lnTo>
                    <a:pt x="649763" y="65856"/>
                  </a:lnTo>
                  <a:lnTo>
                    <a:pt x="609023" y="42994"/>
                  </a:lnTo>
                  <a:lnTo>
                    <a:pt x="565659" y="24660"/>
                  </a:lnTo>
                  <a:lnTo>
                    <a:pt x="519988" y="11171"/>
                  </a:lnTo>
                  <a:lnTo>
                    <a:pt x="472329" y="2845"/>
                  </a:lnTo>
                  <a:lnTo>
                    <a:pt x="422998" y="0"/>
                  </a:lnTo>
                  <a:lnTo>
                    <a:pt x="373668" y="2845"/>
                  </a:lnTo>
                  <a:lnTo>
                    <a:pt x="326008" y="11171"/>
                  </a:lnTo>
                  <a:lnTo>
                    <a:pt x="280338" y="24660"/>
                  </a:lnTo>
                  <a:lnTo>
                    <a:pt x="236974" y="42994"/>
                  </a:lnTo>
                  <a:lnTo>
                    <a:pt x="196233" y="65856"/>
                  </a:lnTo>
                  <a:lnTo>
                    <a:pt x="158434" y="92928"/>
                  </a:lnTo>
                  <a:lnTo>
                    <a:pt x="123893" y="123894"/>
                  </a:lnTo>
                  <a:lnTo>
                    <a:pt x="92927" y="158436"/>
                  </a:lnTo>
                  <a:lnTo>
                    <a:pt x="65855" y="196237"/>
                  </a:lnTo>
                  <a:lnTo>
                    <a:pt x="42993" y="236979"/>
                  </a:lnTo>
                  <a:lnTo>
                    <a:pt x="24660" y="280344"/>
                  </a:lnTo>
                  <a:lnTo>
                    <a:pt x="11171" y="326016"/>
                  </a:lnTo>
                  <a:lnTo>
                    <a:pt x="2845" y="373678"/>
                  </a:lnTo>
                  <a:lnTo>
                    <a:pt x="0" y="423011"/>
                  </a:lnTo>
                  <a:lnTo>
                    <a:pt x="2845" y="472342"/>
                  </a:lnTo>
                  <a:lnTo>
                    <a:pt x="11171" y="520001"/>
                  </a:lnTo>
                  <a:lnTo>
                    <a:pt x="24660" y="565671"/>
                  </a:lnTo>
                  <a:lnTo>
                    <a:pt x="42993" y="609036"/>
                  </a:lnTo>
                  <a:lnTo>
                    <a:pt x="65855" y="649776"/>
                  </a:lnTo>
                  <a:lnTo>
                    <a:pt x="92927" y="687576"/>
                  </a:lnTo>
                  <a:lnTo>
                    <a:pt x="123893" y="722117"/>
                  </a:lnTo>
                  <a:lnTo>
                    <a:pt x="158434" y="753082"/>
                  </a:lnTo>
                  <a:lnTo>
                    <a:pt x="196233" y="780154"/>
                  </a:lnTo>
                  <a:lnTo>
                    <a:pt x="236974" y="803016"/>
                  </a:lnTo>
                  <a:lnTo>
                    <a:pt x="280338" y="821350"/>
                  </a:lnTo>
                  <a:lnTo>
                    <a:pt x="326008" y="834838"/>
                  </a:lnTo>
                  <a:lnTo>
                    <a:pt x="373668" y="843164"/>
                  </a:lnTo>
                  <a:lnTo>
                    <a:pt x="422998" y="846010"/>
                  </a:lnTo>
                  <a:close/>
                </a:path>
              </a:pathLst>
            </a:custGeom>
            <a:ln w="25400">
              <a:solidFill>
                <a:srgbClr val="2C7B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783300" y="5627205"/>
            <a:ext cx="3035935" cy="2623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10" b="1">
                <a:solidFill>
                  <a:srgbClr val="2C7B8D"/>
                </a:solidFill>
                <a:latin typeface="Verdana"/>
                <a:cs typeface="Verdana"/>
              </a:rPr>
              <a:t>DEVELOPMENT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4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5" b="1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0C1E23"/>
                </a:solidFill>
                <a:latin typeface="Tahoma"/>
                <a:cs typeface="Tahoma"/>
              </a:rPr>
              <a:t>&amp;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Su</a:t>
            </a:r>
            <a:r>
              <a:rPr dirty="0" sz="1200" spc="-1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10" b="1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95" b="1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25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  <a:p>
            <a:pPr marL="12700" marR="198120">
              <a:lnSpc>
                <a:spcPct val="100000"/>
              </a:lnSpc>
            </a:pP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x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ensi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as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condu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ed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 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unde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enc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needs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in 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Banglad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shi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eal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mar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k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.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Su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50">
                <a:solidFill>
                  <a:srgbClr val="0C1E23"/>
                </a:solidFill>
                <a:latin typeface="Tahoma"/>
                <a:cs typeface="Tahoma"/>
              </a:rPr>
              <a:t>s 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collected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feedback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on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critical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features</a:t>
            </a:r>
            <a:r>
              <a:rPr dirty="0" sz="1200" spc="-15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like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</a:t>
            </a:r>
            <a:r>
              <a:rPr dirty="0" sz="1200" spc="-6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ma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s,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fun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tionali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user 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verification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200" spc="-35" b="1">
                <a:solidFill>
                  <a:srgbClr val="0C1E23"/>
                </a:solidFill>
                <a:latin typeface="Tahoma"/>
                <a:cs typeface="Tahoma"/>
              </a:rPr>
              <a:t>Color</a:t>
            </a:r>
            <a:r>
              <a:rPr dirty="0" sz="1200" spc="-14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5" b="1">
                <a:solidFill>
                  <a:srgbClr val="0C1E23"/>
                </a:solidFill>
                <a:latin typeface="Tahoma"/>
                <a:cs typeface="Tahoma"/>
              </a:rPr>
              <a:t>sea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ch</a:t>
            </a:r>
            <a:endParaRPr sz="1200">
              <a:latin typeface="Tahoma"/>
              <a:cs typeface="Tahoma"/>
            </a:endParaRPr>
          </a:p>
          <a:p>
            <a:pPr marL="12700" marR="43180">
              <a:lnSpc>
                <a:spcPct val="100000"/>
              </a:lnSpc>
            </a:pP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Research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was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performed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to determine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app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opria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color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scheme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enhance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user 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experience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333993" y="4785627"/>
            <a:ext cx="2101850" cy="1297940"/>
            <a:chOff x="8333993" y="4785627"/>
            <a:chExt cx="2101850" cy="129794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72448" y="4983524"/>
              <a:ext cx="1848866" cy="89860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346693" y="4798327"/>
              <a:ext cx="2076450" cy="1272540"/>
            </a:xfrm>
            <a:custGeom>
              <a:avLst/>
              <a:gdLst/>
              <a:ahLst/>
              <a:cxnLst/>
              <a:rect l="l" t="t" r="r" b="b"/>
              <a:pathLst>
                <a:path w="2076450" h="1272539">
                  <a:moveTo>
                    <a:pt x="0" y="1272006"/>
                  </a:moveTo>
                  <a:lnTo>
                    <a:pt x="2076005" y="1272006"/>
                  </a:lnTo>
                  <a:lnTo>
                    <a:pt x="2076005" y="0"/>
                  </a:lnTo>
                  <a:lnTo>
                    <a:pt x="0" y="0"/>
                  </a:lnTo>
                  <a:lnTo>
                    <a:pt x="0" y="1272006"/>
                  </a:lnTo>
                  <a:close/>
                </a:path>
              </a:pathLst>
            </a:custGeom>
            <a:ln w="25400">
              <a:solidFill>
                <a:srgbClr val="2C7B8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927693" y="7404705"/>
            <a:ext cx="3163570" cy="2950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1780">
              <a:lnSpc>
                <a:spcPct val="100000"/>
              </a:lnSpc>
              <a:spcBef>
                <a:spcPts val="100"/>
              </a:spcBef>
            </a:pPr>
            <a:r>
              <a:rPr dirty="0" sz="1800" spc="315" b="1">
                <a:solidFill>
                  <a:srgbClr val="2C7B8D"/>
                </a:solidFill>
                <a:latin typeface="Verdana"/>
                <a:cs typeface="Verdana"/>
              </a:rPr>
              <a:t>P</a:t>
            </a:r>
            <a:r>
              <a:rPr dirty="0" sz="1800" spc="315" b="1">
                <a:solidFill>
                  <a:srgbClr val="2C7B8D"/>
                </a:solidFill>
                <a:latin typeface="Verdana"/>
                <a:cs typeface="Verdana"/>
              </a:rPr>
              <a:t>R</a:t>
            </a:r>
            <a:r>
              <a:rPr dirty="0" sz="1800" spc="325" b="1">
                <a:solidFill>
                  <a:srgbClr val="2C7B8D"/>
                </a:solidFill>
                <a:latin typeface="Verdana"/>
                <a:cs typeface="Verdana"/>
              </a:rPr>
              <a:t>OGRE</a:t>
            </a:r>
            <a:r>
              <a:rPr dirty="0" sz="1800" spc="285" b="1">
                <a:solidFill>
                  <a:srgbClr val="2C7B8D"/>
                </a:solidFill>
                <a:latin typeface="Verdana"/>
                <a:cs typeface="Verdana"/>
              </a:rPr>
              <a:t>S</a:t>
            </a:r>
            <a:r>
              <a:rPr dirty="0" sz="1800" spc="355" b="1">
                <a:solidFill>
                  <a:srgbClr val="2C7B8D"/>
                </a:solidFill>
                <a:latin typeface="Verdana"/>
                <a:cs typeface="Verdana"/>
              </a:rPr>
              <a:t>S</a:t>
            </a:r>
            <a:r>
              <a:rPr dirty="0" sz="1800" spc="-195" b="1">
                <a:solidFill>
                  <a:srgbClr val="2C7B8D"/>
                </a:solidFill>
                <a:latin typeface="Verdana"/>
                <a:cs typeface="Verdana"/>
              </a:rPr>
              <a:t> </a:t>
            </a:r>
            <a:r>
              <a:rPr dirty="0" sz="1800" spc="320" b="1">
                <a:solidFill>
                  <a:srgbClr val="2C7B8D"/>
                </a:solidFill>
                <a:latin typeface="Verdana"/>
                <a:cs typeface="Verdana"/>
              </a:rPr>
              <a:t>SO</a:t>
            </a:r>
            <a:r>
              <a:rPr dirty="0" sz="1800" spc="-195" b="1">
                <a:solidFill>
                  <a:srgbClr val="2C7B8D"/>
                </a:solidFill>
                <a:latin typeface="Verdana"/>
                <a:cs typeface="Verdana"/>
              </a:rPr>
              <a:t> </a:t>
            </a:r>
            <a:r>
              <a:rPr dirty="0" sz="1800" spc="210" b="1">
                <a:solidFill>
                  <a:srgbClr val="2C7B8D"/>
                </a:solidFill>
                <a:latin typeface="Verdana"/>
                <a:cs typeface="Verdana"/>
              </a:rPr>
              <a:t>F</a:t>
            </a:r>
            <a:r>
              <a:rPr dirty="0" sz="1800" spc="325" b="1">
                <a:solidFill>
                  <a:srgbClr val="2C7B8D"/>
                </a:solidFill>
                <a:latin typeface="Verdana"/>
                <a:cs typeface="Verdana"/>
              </a:rPr>
              <a:t>AR</a:t>
            </a:r>
            <a:endParaRPr sz="1800">
              <a:latin typeface="Verdana"/>
              <a:cs typeface="Verdana"/>
            </a:endParaRPr>
          </a:p>
          <a:p>
            <a:pPr algn="r" marR="6985">
              <a:lnSpc>
                <a:spcPct val="100000"/>
              </a:lnSpc>
              <a:spcBef>
                <a:spcPts val="1885"/>
              </a:spcBef>
            </a:pP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4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egi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ation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0C1E23"/>
                </a:solidFill>
                <a:latin typeface="Tahoma"/>
                <a:cs typeface="Tahoma"/>
              </a:rPr>
              <a:t>&amp;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10" b="1">
                <a:solidFill>
                  <a:srgbClr val="0C1E23"/>
                </a:solidFill>
                <a:latin typeface="Tahoma"/>
                <a:cs typeface="Tahoma"/>
              </a:rPr>
              <a:t>L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ogin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30">
                <a:solidFill>
                  <a:srgbClr val="0C1E23"/>
                </a:solidFill>
                <a:latin typeface="Tahoma"/>
                <a:cs typeface="Tahoma"/>
              </a:rPr>
              <a:t>Basic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fun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tionali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sign-up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login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is</a:t>
            </a:r>
            <a:endParaRPr sz="12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</a:pP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implemented</a:t>
            </a:r>
            <a:endParaRPr sz="1200">
              <a:latin typeface="Tahoma"/>
              <a:cs typeface="Tahoma"/>
            </a:endParaRPr>
          </a:p>
          <a:p>
            <a:pPr algn="r" marL="187960" marR="5715" indent="1780539">
              <a:lnSpc>
                <a:spcPct val="100000"/>
              </a:lnSpc>
              <a:spcBef>
                <a:spcPts val="565"/>
              </a:spcBef>
            </a:pP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-2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Li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tings 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can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create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property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listings,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search,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</a:t>
            </a:r>
            <a:r>
              <a:rPr dirty="0" sz="1200" spc="-3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fil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er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sul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based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on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location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price</a:t>
            </a:r>
            <a:endParaRPr sz="1200">
              <a:latin typeface="Tahoma"/>
              <a:cs typeface="Tahoma"/>
            </a:endParaRPr>
          </a:p>
          <a:p>
            <a:pPr algn="r" marL="85725" marR="5715" indent="2017395">
              <a:lnSpc>
                <a:spcPct val="100000"/>
              </a:lnSpc>
              <a:spcBef>
                <a:spcPts val="570"/>
              </a:spcBef>
            </a:pP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Bac</a:t>
            </a:r>
            <a:r>
              <a:rPr dirty="0" sz="1200" spc="-95" b="1">
                <a:solidFill>
                  <a:srgbClr val="0C1E23"/>
                </a:solidFill>
                <a:latin typeface="Tahoma"/>
                <a:cs typeface="Tahoma"/>
              </a:rPr>
              <a:t>k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end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35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tup 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 spc="70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se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vic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such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as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L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ambda,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RD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,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30">
                <a:solidFill>
                  <a:srgbClr val="0C1E23"/>
                </a:solidFill>
                <a:latin typeface="Tahoma"/>
                <a:cs typeface="Tahoma"/>
              </a:rPr>
              <a:t>S3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 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</a:t>
            </a:r>
            <a:r>
              <a:rPr dirty="0" sz="1200" spc="-6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eg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scalable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secu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ations</a:t>
            </a:r>
            <a:endParaRPr sz="1200">
              <a:latin typeface="Tahoma"/>
              <a:cs typeface="Tahoma"/>
            </a:endParaRPr>
          </a:p>
          <a:p>
            <a:pPr algn="r" marL="12700" marR="5080" indent="1997075">
              <a:lnSpc>
                <a:spcPct val="100000"/>
              </a:lnSpc>
              <a:spcBef>
                <a:spcPts val="565"/>
              </a:spcBef>
            </a:pP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95" b="1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end</a:t>
            </a:r>
            <a:r>
              <a:rPr dirty="0" sz="1200" spc="-12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D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sign 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Initial </a:t>
            </a:r>
            <a:r>
              <a:rPr dirty="0" sz="1200" spc="-130">
                <a:solidFill>
                  <a:srgbClr val="0C1E23"/>
                </a:solidFill>
                <a:latin typeface="Tahoma"/>
                <a:cs typeface="Tahoma"/>
              </a:rPr>
              <a:t>UI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for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web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mobile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apps is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completed, 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with</a:t>
            </a:r>
            <a:r>
              <a:rPr dirty="0" sz="1200" spc="-15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integration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of</a:t>
            </a:r>
            <a:r>
              <a:rPr dirty="0" sz="1200" spc="-15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map-based</a:t>
            </a:r>
            <a:r>
              <a:rPr dirty="0" sz="1200" spc="-15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property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5">
                <a:solidFill>
                  <a:srgbClr val="0C1E23"/>
                </a:solidFill>
                <a:latin typeface="Tahoma"/>
                <a:cs typeface="Tahoma"/>
              </a:rPr>
              <a:t>searches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83300" y="9182206"/>
            <a:ext cx="3151505" cy="243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10" b="1">
                <a:solidFill>
                  <a:srgbClr val="2C7B8D"/>
                </a:solidFill>
                <a:latin typeface="Verdana"/>
                <a:cs typeface="Verdana"/>
              </a:rPr>
              <a:t>FUTURE</a:t>
            </a:r>
            <a:r>
              <a:rPr dirty="0" sz="1800" spc="-195" b="1">
                <a:solidFill>
                  <a:srgbClr val="2C7B8D"/>
                </a:solidFill>
                <a:latin typeface="Verdana"/>
                <a:cs typeface="Verdana"/>
              </a:rPr>
              <a:t> </a:t>
            </a:r>
            <a:r>
              <a:rPr dirty="0" sz="1800" spc="320" b="1">
                <a:solidFill>
                  <a:srgbClr val="2C7B8D"/>
                </a:solidFill>
                <a:latin typeface="Verdana"/>
                <a:cs typeface="Verdana"/>
              </a:rPr>
              <a:t>PLANS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Securi</a:t>
            </a:r>
            <a:r>
              <a:rPr dirty="0" sz="1200" spc="-20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0C1E23"/>
                </a:solidFill>
                <a:latin typeface="Tahoma"/>
                <a:cs typeface="Tahoma"/>
              </a:rPr>
              <a:t>Enhanceme</a:t>
            </a:r>
            <a:r>
              <a:rPr dirty="0" sz="1200" spc="-85" b="1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20" b="1">
                <a:solidFill>
                  <a:srgbClr val="0C1E23"/>
                </a:solidFill>
                <a:latin typeface="Tahoma"/>
                <a:cs typeface="Tahoma"/>
              </a:rPr>
              <a:t>ts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Impleme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da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enc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25">
                <a:solidFill>
                  <a:srgbClr val="0C1E23"/>
                </a:solidFill>
                <a:latin typeface="Tahoma"/>
                <a:cs typeface="Tahoma"/>
              </a:rPr>
              <a:t>tion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fu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ther  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6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engthen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securi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measu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li</a:t>
            </a:r>
            <a:r>
              <a:rPr dirty="0" sz="1200" spc="-110">
                <a:solidFill>
                  <a:srgbClr val="0C1E23"/>
                </a:solidFill>
                <a:latin typeface="Tahoma"/>
                <a:cs typeface="Tahoma"/>
              </a:rPr>
              <a:t>k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0C1E23"/>
                </a:solidFill>
                <a:latin typeface="Tahoma"/>
                <a:cs typeface="Tahoma"/>
              </a:rPr>
              <a:t>C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1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CHA</a:t>
            </a:r>
            <a:r>
              <a:rPr dirty="0" sz="1200" spc="-18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 </a:t>
            </a:r>
            <a:r>
              <a:rPr dirty="0" sz="1200" spc="-35">
                <a:solidFill>
                  <a:srgbClr val="0C1E23"/>
                </a:solidFill>
                <a:latin typeface="Tahoma"/>
                <a:cs typeface="Tahoma"/>
              </a:rPr>
              <a:t>MFA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eal</a:t>
            </a:r>
            <a:r>
              <a:rPr dirty="0" sz="1200" spc="-320" b="1">
                <a:solidFill>
                  <a:srgbClr val="0C1E23"/>
                </a:solidFill>
                <a:latin typeface="Tahoma"/>
                <a:cs typeface="Tahoma"/>
              </a:rPr>
              <a:t>-</a:t>
            </a:r>
            <a:r>
              <a:rPr dirty="0" sz="1200" spc="-75" b="1">
                <a:solidFill>
                  <a:srgbClr val="0C1E23"/>
                </a:solidFill>
                <a:latin typeface="Tahoma"/>
                <a:cs typeface="Tahoma"/>
              </a:rPr>
              <a:t>Time</a:t>
            </a:r>
            <a:r>
              <a:rPr dirty="0" sz="1200" spc="-130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M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40" b="1">
                <a:solidFill>
                  <a:srgbClr val="0C1E23"/>
                </a:solidFill>
                <a:latin typeface="Tahoma"/>
                <a:cs typeface="Tahoma"/>
              </a:rPr>
              <a:t>ssaging</a:t>
            </a:r>
            <a:endParaRPr sz="1200">
              <a:latin typeface="Tahoma"/>
              <a:cs typeface="Tahoma"/>
            </a:endParaRPr>
          </a:p>
          <a:p>
            <a:pPr marL="12700" marR="157480">
              <a:lnSpc>
                <a:spcPct val="100000"/>
              </a:lnSpc>
            </a:pP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dd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m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ssaging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b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70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een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eal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a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e  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professionals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60" b="1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70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50" b="1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-25" b="1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80" b="1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55" b="1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25" b="1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45" b="1">
                <a:solidFill>
                  <a:srgbClr val="0C1E23"/>
                </a:solidFill>
                <a:latin typeface="Tahoma"/>
                <a:cs typeface="Tahoma"/>
              </a:rPr>
              <a:t>erification</a:t>
            </a:r>
            <a:endParaRPr sz="1200">
              <a:latin typeface="Tahoma"/>
              <a:cs typeface="Tahoma"/>
            </a:endParaRPr>
          </a:p>
          <a:p>
            <a:pPr marL="12700" marR="212090">
              <a:lnSpc>
                <a:spcPct val="100000"/>
              </a:lnSpc>
            </a:pP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Impleme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n</a:t>
            </a:r>
            <a:r>
              <a:rPr dirty="0" sz="1200" spc="-1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 spc="-15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25">
                <a:solidFill>
                  <a:srgbClr val="0C1E23"/>
                </a:solidFill>
                <a:latin typeface="Tahoma"/>
                <a:cs typeface="Tahoma"/>
              </a:rPr>
              <a:t>oc</a:t>
            </a:r>
            <a:r>
              <a:rPr dirty="0" sz="1200" spc="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45">
                <a:solidFill>
                  <a:srgbClr val="0C1E23"/>
                </a:solidFill>
                <a:latin typeface="Tahoma"/>
                <a:cs typeface="Tahoma"/>
              </a:rPr>
              <a:t>ss</a:t>
            </a:r>
            <a:r>
              <a:rPr dirty="0" sz="1200" spc="4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0C1E23"/>
                </a:solidFill>
                <a:latin typeface="Tahoma"/>
                <a:cs typeface="Tahoma"/>
              </a:rPr>
              <a:t>t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</a:t>
            </a:r>
            <a:r>
              <a:rPr dirty="0" sz="1200" spc="-17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v</a:t>
            </a:r>
            <a:r>
              <a:rPr dirty="0" sz="1200" spc="-5">
                <a:solidFill>
                  <a:srgbClr val="0C1E23"/>
                </a:solidFill>
                <a:latin typeface="Tahoma"/>
                <a:cs typeface="Tahoma"/>
              </a:rPr>
              <a:t>eri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f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y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p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>
                <a:solidFill>
                  <a:srgbClr val="0C1E23"/>
                </a:solidFill>
                <a:latin typeface="Tahoma"/>
                <a:cs typeface="Tahoma"/>
              </a:rPr>
              <a:t>ope</a:t>
            </a:r>
            <a:r>
              <a:rPr dirty="0" sz="1200" spc="5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ti</a:t>
            </a:r>
            <a:r>
              <a:rPr dirty="0" sz="1200" spc="-3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r>
              <a:rPr dirty="0" sz="1200" spc="-165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and  </a:t>
            </a:r>
            <a:r>
              <a:rPr dirty="0" sz="1200" spc="10">
                <a:solidFill>
                  <a:srgbClr val="0C1E23"/>
                </a:solidFill>
                <a:latin typeface="Tahoma"/>
                <a:cs typeface="Tahoma"/>
              </a:rPr>
              <a:t>user</a:t>
            </a:r>
            <a:r>
              <a:rPr dirty="0" sz="1200" spc="-170">
                <a:solidFill>
                  <a:srgbClr val="0C1E2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0C1E23"/>
                </a:solidFill>
                <a:latin typeface="Tahoma"/>
                <a:cs typeface="Tahoma"/>
              </a:rPr>
              <a:t>r</a:t>
            </a:r>
            <a:r>
              <a:rPr dirty="0" sz="1200" spc="-2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10">
                <a:solidFill>
                  <a:srgbClr val="0C1E23"/>
                </a:solidFill>
                <a:latin typeface="Tahoma"/>
                <a:cs typeface="Tahoma"/>
              </a:rPr>
              <a:t>vi</a:t>
            </a:r>
            <a:r>
              <a:rPr dirty="0" sz="1200" spc="-40">
                <a:solidFill>
                  <a:srgbClr val="0C1E23"/>
                </a:solidFill>
                <a:latin typeface="Tahoma"/>
                <a:cs typeface="Tahoma"/>
              </a:rPr>
              <a:t>e</a:t>
            </a:r>
            <a:r>
              <a:rPr dirty="0" sz="1200" spc="-55">
                <a:solidFill>
                  <a:srgbClr val="0C1E23"/>
                </a:solidFill>
                <a:latin typeface="Tahoma"/>
                <a:cs typeface="Tahoma"/>
              </a:rPr>
              <a:t>w</a:t>
            </a:r>
            <a:r>
              <a:rPr dirty="0" sz="1200" spc="65">
                <a:solidFill>
                  <a:srgbClr val="0C1E23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6301" y="10825074"/>
            <a:ext cx="4151706" cy="37549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7542" y="11988842"/>
            <a:ext cx="3795665" cy="2432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2024-10-24T13:55:57Z</dcterms:created>
  <dcterms:modified xsi:type="dcterms:W3CDTF">2024-10-24T13:55:57Z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2024-10-25T00:00:00Z</vt:filetime>
  </property>
  <property fmtid="{D5CDD505-2E9C-101B-9397-08002B2CF9AE}" pid="3" name="Creator">
    <vt:lpwstr>Adobe InDesign 20.0 (Windows)</vt:lpwstr>
  </property>
  <property fmtid="{D5CDD505-2E9C-101B-9397-08002B2CF9AE}" pid="4" name="LastSaved">
    <vt:filetime>2024-10-24T00:00:00Z</vt:filetime>
  </property>
</Properties>
</file>